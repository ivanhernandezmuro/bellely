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89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12" y="108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6361E-F57F-485E-A1F7-433F5284B34D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5E476-D8D5-4929-8B22-180B2BA8B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22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81532"/>
            <a:ext cx="6858000" cy="33104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6053"/>
            <a:ext cx="5486400" cy="3244615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6457246"/>
            <a:ext cx="5486400" cy="121920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49128" y="7686837"/>
            <a:ext cx="1723072" cy="649111"/>
          </a:xfrm>
        </p:spPr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7686838"/>
            <a:ext cx="3660458" cy="649111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43425" y="2543765"/>
            <a:ext cx="1628775" cy="649111"/>
          </a:xfrm>
        </p:spPr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419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931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81532"/>
            <a:ext cx="6858000" cy="33104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1339617"/>
            <a:ext cx="5966460" cy="4981218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770" y="6474180"/>
            <a:ext cx="5966461" cy="2407349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171632" y="677336"/>
            <a:ext cx="1637348" cy="649111"/>
          </a:xfrm>
        </p:spPr>
        <p:txBody>
          <a:bodyPr/>
          <a:lstStyle>
            <a:lvl1pPr algn="r">
              <a:defRPr/>
            </a:lvl1pPr>
          </a:lstStyle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770" y="677336"/>
            <a:ext cx="3622992" cy="649111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11850" y="677336"/>
            <a:ext cx="500380" cy="649111"/>
          </a:xfrm>
        </p:spPr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055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771" y="3901440"/>
            <a:ext cx="2932934" cy="72339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1574" y="3901440"/>
            <a:ext cx="2930655" cy="72339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788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775" y="1354667"/>
            <a:ext cx="4783455" cy="23029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5960" y="3882315"/>
            <a:ext cx="2762744" cy="1464732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5770" y="5569187"/>
            <a:ext cx="2932934" cy="5566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51764" y="3882315"/>
            <a:ext cx="2760466" cy="1464732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1574" y="5569187"/>
            <a:ext cx="2930656" cy="5566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946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2476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397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2709333"/>
            <a:ext cx="2314575" cy="284480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4650" y="1327573"/>
            <a:ext cx="3497580" cy="9807787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5770" y="5554133"/>
            <a:ext cx="2314575" cy="55812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108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2709333"/>
            <a:ext cx="3056798" cy="284480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8143" y="1335541"/>
            <a:ext cx="2755676" cy="97998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5770" y="5554133"/>
            <a:ext cx="3056798" cy="55812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279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66" y="8350865"/>
            <a:ext cx="5967362" cy="1456631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5766" y="1736951"/>
            <a:ext cx="5962695" cy="605683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5770" y="9807495"/>
            <a:ext cx="5966460" cy="1327865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91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81532"/>
            <a:ext cx="6858000" cy="33104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1339615"/>
            <a:ext cx="5966460" cy="4982164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6487349"/>
            <a:ext cx="5829300" cy="236595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171632" y="677336"/>
            <a:ext cx="1637348" cy="649111"/>
          </a:xfrm>
        </p:spPr>
        <p:txBody>
          <a:bodyPr/>
          <a:lstStyle>
            <a:lvl1pPr algn="r">
              <a:defRPr/>
            </a:lvl1pPr>
          </a:lstStyle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5770" y="677336"/>
            <a:ext cx="3622992" cy="649111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11849" y="677336"/>
            <a:ext cx="500381" cy="649111"/>
          </a:xfrm>
        </p:spPr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126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81532"/>
            <a:ext cx="6858000" cy="33104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263" y="1339616"/>
            <a:ext cx="5710238" cy="489997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733424" y="6239588"/>
            <a:ext cx="5395914" cy="7901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7421507"/>
            <a:ext cx="5834064" cy="1460027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171632" y="677336"/>
            <a:ext cx="1637348" cy="649111"/>
          </a:xfrm>
        </p:spPr>
        <p:txBody>
          <a:bodyPr/>
          <a:lstStyle>
            <a:lvl1pPr algn="r">
              <a:defRPr/>
            </a:lvl1pPr>
          </a:lstStyle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5770" y="674557"/>
            <a:ext cx="3622992" cy="649111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11849" y="677336"/>
            <a:ext cx="500381" cy="649111"/>
          </a:xfrm>
        </p:spPr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73594" y="1435947"/>
            <a:ext cx="342900" cy="103960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0050" y="5371253"/>
            <a:ext cx="342900" cy="103960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90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81532"/>
            <a:ext cx="6858000" cy="33104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999471"/>
            <a:ext cx="5831087" cy="4465484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44" y="6485896"/>
            <a:ext cx="5830206" cy="1777573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171632" y="673573"/>
            <a:ext cx="1637348" cy="649111"/>
          </a:xfrm>
        </p:spPr>
        <p:txBody>
          <a:bodyPr/>
          <a:lstStyle>
            <a:lvl1pPr algn="r">
              <a:defRPr/>
            </a:lvl1pPr>
          </a:lstStyle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5770" y="673573"/>
            <a:ext cx="3622992" cy="649111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11849" y="677336"/>
            <a:ext cx="500381" cy="649111"/>
          </a:xfrm>
        </p:spPr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4854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628776" y="1354667"/>
            <a:ext cx="4783454" cy="231798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45771" y="3914809"/>
            <a:ext cx="1920240" cy="109745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445770" y="5163670"/>
            <a:ext cx="1920240" cy="597169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76678" y="3913481"/>
            <a:ext cx="1920240" cy="111383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75586" y="5162788"/>
            <a:ext cx="1920240" cy="597257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91989" y="3898429"/>
            <a:ext cx="1920240" cy="111383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91990" y="5163670"/>
            <a:ext cx="1920240" cy="597169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2534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628777" y="1354667"/>
            <a:ext cx="4786488" cy="23029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445770" y="7312606"/>
            <a:ext cx="1920240" cy="121380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45770" y="4145280"/>
            <a:ext cx="1920240" cy="2679644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445770" y="8526406"/>
            <a:ext cx="1920240" cy="260895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8905" y="7312606"/>
            <a:ext cx="1920240" cy="121380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68904" y="4145280"/>
            <a:ext cx="1920240" cy="268419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68144" y="8526404"/>
            <a:ext cx="1920240" cy="260895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95024" y="7312606"/>
            <a:ext cx="1920240" cy="121380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95023" y="4145283"/>
            <a:ext cx="1920240" cy="2682523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94954" y="8526401"/>
            <a:ext cx="1920240" cy="260895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4624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770" y="3901440"/>
            <a:ext cx="5966460" cy="723392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2939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81532"/>
            <a:ext cx="6858000" cy="331046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54942" y="1328326"/>
            <a:ext cx="1157288" cy="755320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771" y="1326446"/>
            <a:ext cx="4708526" cy="75550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171632" y="677336"/>
            <a:ext cx="1637348" cy="649111"/>
          </a:xfrm>
        </p:spPr>
        <p:txBody>
          <a:bodyPr/>
          <a:lstStyle>
            <a:lvl1pPr algn="r">
              <a:defRPr/>
            </a:lvl1pPr>
          </a:lstStyle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770" y="677336"/>
            <a:ext cx="3622992" cy="649111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11849" y="677336"/>
            <a:ext cx="500381" cy="649111"/>
          </a:xfrm>
        </p:spPr>
        <p:txBody>
          <a:bodyPr/>
          <a:lstStyle/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339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192193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28775" y="1358886"/>
            <a:ext cx="4783455" cy="22987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770" y="3901440"/>
            <a:ext cx="5966460" cy="7233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9172" y="11300181"/>
            <a:ext cx="160305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A323F-2923-4616-9F7F-CA8FF217F296}" type="datetimeFigureOut">
              <a:rPr lang="es-MX" smtClean="0"/>
              <a:t>03/12/2022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770" y="11299283"/>
            <a:ext cx="4260533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29187" y="677336"/>
            <a:ext cx="1483043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C44D9-19D5-4A9B-B531-71D9BBFF0C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3883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B7B02DC-E9BB-45F8-A5D5-41FB2A75F1B8}"/>
              </a:ext>
            </a:extLst>
          </p:cNvPr>
          <p:cNvSpPr/>
          <p:nvPr/>
        </p:nvSpPr>
        <p:spPr>
          <a:xfrm>
            <a:off x="0" y="0"/>
            <a:ext cx="685800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r>
              <a:rPr lang="es-MX" dirty="0" err="1"/>
              <a:t>header</a:t>
            </a:r>
            <a:r>
              <a:rPr lang="es-MX" dirty="0"/>
              <a:t> </a:t>
            </a:r>
            <a:r>
              <a:rPr lang="es-MX" dirty="0" err="1"/>
              <a:t>class</a:t>
            </a:r>
            <a:r>
              <a:rPr lang="es-MX" dirty="0"/>
              <a:t>=</a:t>
            </a:r>
            <a:r>
              <a:rPr lang="es-MX" dirty="0" err="1"/>
              <a:t>hero</a:t>
            </a:r>
            <a:r>
              <a:rPr lang="es-MX" dirty="0"/>
              <a:t>&gt;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E04DC1F-8AC0-41B4-9A5C-7949DF7883E7}"/>
              </a:ext>
            </a:extLst>
          </p:cNvPr>
          <p:cNvSpPr/>
          <p:nvPr/>
        </p:nvSpPr>
        <p:spPr>
          <a:xfrm>
            <a:off x="0" y="0"/>
            <a:ext cx="863600" cy="12192000"/>
          </a:xfrm>
          <a:prstGeom prst="rect">
            <a:avLst/>
          </a:prstGeom>
          <a:solidFill>
            <a:srgbClr val="DB89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dirty="0"/>
              <a:t>&lt;nav&gt;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8D57B2-DA8F-4DBF-9A7B-0437ACADA958}"/>
              </a:ext>
            </a:extLst>
          </p:cNvPr>
          <p:cNvSpPr/>
          <p:nvPr/>
        </p:nvSpPr>
        <p:spPr>
          <a:xfrm>
            <a:off x="2454275" y="655955"/>
            <a:ext cx="2625725" cy="1555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rgbClr val="FF0000"/>
                </a:solidFill>
              </a:rPr>
              <a:t>&lt;</a:t>
            </a:r>
            <a:r>
              <a:rPr lang="es-MX" sz="1400" dirty="0" err="1">
                <a:solidFill>
                  <a:srgbClr val="FF0000"/>
                </a:solidFill>
              </a:rPr>
              <a:t>section</a:t>
            </a:r>
            <a:r>
              <a:rPr lang="es-MX" sz="1400" dirty="0">
                <a:solidFill>
                  <a:srgbClr val="FF0000"/>
                </a:solidFill>
              </a:rPr>
              <a:t> </a:t>
            </a:r>
            <a:r>
              <a:rPr lang="es-MX" sz="1400" dirty="0" err="1">
                <a:solidFill>
                  <a:srgbClr val="FF0000"/>
                </a:solidFill>
              </a:rPr>
              <a:t>class</a:t>
            </a:r>
            <a:r>
              <a:rPr lang="es-MX" sz="1400" dirty="0">
                <a:solidFill>
                  <a:srgbClr val="FF0000"/>
                </a:solidFill>
              </a:rPr>
              <a:t>=logo&gt;&lt;/</a:t>
            </a:r>
            <a:r>
              <a:rPr lang="es-MX" sz="1400" dirty="0" err="1">
                <a:solidFill>
                  <a:srgbClr val="FF0000"/>
                </a:solidFill>
              </a:rPr>
              <a:t>section</a:t>
            </a:r>
            <a:r>
              <a:rPr lang="es-MX" sz="1400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FDBCF5A-3D4D-4BEC-95FA-4344E4280D4C}"/>
              </a:ext>
            </a:extLst>
          </p:cNvPr>
          <p:cNvSpPr/>
          <p:nvPr/>
        </p:nvSpPr>
        <p:spPr>
          <a:xfrm>
            <a:off x="990600" y="2499360"/>
            <a:ext cx="2895600" cy="2827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r>
              <a:rPr lang="es-MX" dirty="0" err="1"/>
              <a:t>section</a:t>
            </a:r>
            <a:r>
              <a:rPr lang="es-MX" dirty="0"/>
              <a:t>&gt;</a:t>
            </a:r>
            <a:r>
              <a:rPr lang="es-MX" dirty="0" err="1"/>
              <a:t>img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C31836-F21B-4DCD-B59C-79A8DD34AEFB}"/>
              </a:ext>
            </a:extLst>
          </p:cNvPr>
          <p:cNvSpPr/>
          <p:nvPr/>
        </p:nvSpPr>
        <p:spPr>
          <a:xfrm>
            <a:off x="3962400" y="2499360"/>
            <a:ext cx="2895600" cy="28270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r>
              <a:rPr lang="es-MX" dirty="0" err="1"/>
              <a:t>aside</a:t>
            </a:r>
            <a:r>
              <a:rPr lang="es-MX" dirty="0"/>
              <a:t>&gt;</a:t>
            </a:r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/>
              <a:t>&lt;</a:t>
            </a:r>
            <a:r>
              <a:rPr lang="es-MX" dirty="0" err="1"/>
              <a:t>aside</a:t>
            </a:r>
            <a:r>
              <a:rPr lang="es-MX" dirty="0"/>
              <a:t>&gt;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E0772C-1B07-4D2E-A7C9-583CE9B6686B}"/>
              </a:ext>
            </a:extLst>
          </p:cNvPr>
          <p:cNvSpPr/>
          <p:nvPr/>
        </p:nvSpPr>
        <p:spPr>
          <a:xfrm>
            <a:off x="4130040" y="2842260"/>
            <a:ext cx="2560320" cy="8991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article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551A01-2C46-48AB-86F1-153CCC75A107}"/>
              </a:ext>
            </a:extLst>
          </p:cNvPr>
          <p:cNvSpPr/>
          <p:nvPr/>
        </p:nvSpPr>
        <p:spPr>
          <a:xfrm>
            <a:off x="4198620" y="3912870"/>
            <a:ext cx="2560320" cy="8991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article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4BD924-5DDA-4273-BDE3-88A7A42A6413}"/>
              </a:ext>
            </a:extLst>
          </p:cNvPr>
          <p:cNvSpPr/>
          <p:nvPr/>
        </p:nvSpPr>
        <p:spPr>
          <a:xfrm>
            <a:off x="1006475" y="5511165"/>
            <a:ext cx="2895600" cy="2827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r>
              <a:rPr lang="es-MX" dirty="0" err="1"/>
              <a:t>section</a:t>
            </a:r>
            <a:r>
              <a:rPr lang="es-MX" dirty="0"/>
              <a:t>&gt;</a:t>
            </a:r>
            <a:r>
              <a:rPr lang="es-MX" dirty="0" err="1"/>
              <a:t>img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A80DE08-EB71-432E-952E-BF30C355E405}"/>
              </a:ext>
            </a:extLst>
          </p:cNvPr>
          <p:cNvSpPr/>
          <p:nvPr/>
        </p:nvSpPr>
        <p:spPr>
          <a:xfrm>
            <a:off x="3978275" y="5511165"/>
            <a:ext cx="2895600" cy="28270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r>
              <a:rPr lang="es-MX" dirty="0" err="1"/>
              <a:t>aside</a:t>
            </a:r>
            <a:r>
              <a:rPr lang="es-MX" dirty="0"/>
              <a:t>&gt;</a:t>
            </a:r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/>
              <a:t>&lt;</a:t>
            </a:r>
            <a:r>
              <a:rPr lang="es-MX" dirty="0" err="1"/>
              <a:t>aside</a:t>
            </a:r>
            <a:r>
              <a:rPr lang="es-MX" dirty="0"/>
              <a:t>&gt;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854E2BD-8C5E-4779-8E17-0A89999D8499}"/>
              </a:ext>
            </a:extLst>
          </p:cNvPr>
          <p:cNvSpPr/>
          <p:nvPr/>
        </p:nvSpPr>
        <p:spPr>
          <a:xfrm>
            <a:off x="4145915" y="5854065"/>
            <a:ext cx="2560320" cy="8991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article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1B3F693-79A1-4B19-8A8B-1815AB16EBFF}"/>
              </a:ext>
            </a:extLst>
          </p:cNvPr>
          <p:cNvSpPr/>
          <p:nvPr/>
        </p:nvSpPr>
        <p:spPr>
          <a:xfrm>
            <a:off x="4214495" y="6924675"/>
            <a:ext cx="2560320" cy="8991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article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</a:t>
            </a:r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06B7C78-722A-4416-9A42-F48718AE500C}"/>
              </a:ext>
            </a:extLst>
          </p:cNvPr>
          <p:cNvSpPr/>
          <p:nvPr/>
        </p:nvSpPr>
        <p:spPr>
          <a:xfrm>
            <a:off x="0" y="8441690"/>
            <a:ext cx="6858000" cy="3750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&lt;</a:t>
            </a:r>
            <a:r>
              <a:rPr lang="es-MX" dirty="0" err="1"/>
              <a:t>footer</a:t>
            </a:r>
            <a:r>
              <a:rPr lang="es-MX" dirty="0"/>
              <a:t>&gt;</a:t>
            </a:r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/>
              <a:t>&lt;/</a:t>
            </a:r>
            <a:r>
              <a:rPr lang="es-MX" dirty="0" err="1"/>
              <a:t>footer</a:t>
            </a:r>
            <a:r>
              <a:rPr lang="es-MX" dirty="0"/>
              <a:t>&gt;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CCE77DB-77F6-4C78-BA08-6392730C5B50}"/>
              </a:ext>
            </a:extLst>
          </p:cNvPr>
          <p:cNvSpPr/>
          <p:nvPr/>
        </p:nvSpPr>
        <p:spPr>
          <a:xfrm>
            <a:off x="378778" y="8978264"/>
            <a:ext cx="6143942" cy="89027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section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nosotros&gt;</a:t>
            </a:r>
            <a:endParaRPr lang="es-MX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A9AD5AB-CBF6-4FE4-9F05-75F83C54A769}"/>
              </a:ext>
            </a:extLst>
          </p:cNvPr>
          <p:cNvSpPr/>
          <p:nvPr/>
        </p:nvSpPr>
        <p:spPr>
          <a:xfrm>
            <a:off x="431800" y="9955529"/>
            <a:ext cx="2570480" cy="16821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section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siguenos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</a:t>
            </a:r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90CA8AD-F881-4210-971C-490C8D8987C1}"/>
              </a:ext>
            </a:extLst>
          </p:cNvPr>
          <p:cNvSpPr/>
          <p:nvPr/>
        </p:nvSpPr>
        <p:spPr>
          <a:xfrm>
            <a:off x="3213100" y="9955529"/>
            <a:ext cx="3309620" cy="16821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section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formulario&gt;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9226872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88</TotalTime>
  <Words>67</Words>
  <Application>Microsoft Office PowerPoint</Application>
  <PresentationFormat>Panorámica</PresentationFormat>
  <Paragraphs>44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Estela de condensación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Spectrum Ivanovsky</dc:creator>
  <cp:lastModifiedBy>Spectrum Ivanovsky</cp:lastModifiedBy>
  <cp:revision>3</cp:revision>
  <dcterms:created xsi:type="dcterms:W3CDTF">2022-12-03T22:00:14Z</dcterms:created>
  <dcterms:modified xsi:type="dcterms:W3CDTF">2022-12-04T00:49:32Z</dcterms:modified>
</cp:coreProperties>
</file>